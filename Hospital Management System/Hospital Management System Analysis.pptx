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Hospital Management System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Aswini R</a:t>
            </a:r>
          </a:p>
          <a:p>
            <a:r>
              <a:rPr lang="en-US" dirty="0" smtClean="0"/>
              <a:t>13/9/2025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450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452583"/>
            <a:ext cx="8596668" cy="5588780"/>
          </a:xfrm>
        </p:spPr>
        <p:txBody>
          <a:bodyPr/>
          <a:lstStyle/>
          <a:p>
            <a:pPr marL="0" indent="0">
              <a:buNone/>
            </a:pPr>
            <a:r>
              <a:rPr lang="en-US" u="sng" dirty="0" smtClean="0"/>
              <a:t>Objective :</a:t>
            </a:r>
          </a:p>
          <a:p>
            <a:pPr marL="0" indent="0">
              <a:buNone/>
            </a:pPr>
            <a:r>
              <a:rPr lang="en-US" dirty="0"/>
              <a:t>	To leverage hospital appointment and patient data for actionable insights that enhance operational efficiency and patient care quality. The analysis aims to track patient behavior, doctor performance, and hospital </a:t>
            </a:r>
            <a:r>
              <a:rPr lang="en-US" dirty="0" smtClean="0"/>
              <a:t>utilization.</a:t>
            </a:r>
          </a:p>
          <a:p>
            <a:pPr marL="0" indent="0">
              <a:buNone/>
            </a:pPr>
            <a:r>
              <a:rPr lang="en-US" u="sng" dirty="0" smtClean="0"/>
              <a:t>Data Overview :</a:t>
            </a:r>
          </a:p>
          <a:p>
            <a:pPr marL="0" indent="0">
              <a:buNone/>
            </a:pPr>
            <a:r>
              <a:rPr lang="en-US" dirty="0" smtClean="0"/>
              <a:t>Source - Excel file</a:t>
            </a:r>
          </a:p>
          <a:p>
            <a:pPr marL="0" indent="0">
              <a:buNone/>
            </a:pPr>
            <a:r>
              <a:rPr lang="en-US" dirty="0" smtClean="0"/>
              <a:t>Tables  - Data spread across 7 tables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129755"/>
              </p:ext>
            </p:extLst>
          </p:nvPr>
        </p:nvGraphicFramePr>
        <p:xfrm>
          <a:off x="806643" y="3079723"/>
          <a:ext cx="8128000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4010545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374067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Table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No. of records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859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Patient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980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Doctor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697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Appointment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36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PatientAttendAppointments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669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Medicalhistory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16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PatientsFillHistory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982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Medication_Cost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365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6486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424873"/>
            <a:ext cx="8596668" cy="561648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u="sng" dirty="0" smtClean="0"/>
              <a:t>Patient Insights:</a:t>
            </a:r>
          </a:p>
          <a:p>
            <a:r>
              <a:rPr lang="en-US" dirty="0" smtClean="0"/>
              <a:t>There are 10 registered patients in total.</a:t>
            </a:r>
          </a:p>
          <a:p>
            <a:r>
              <a:rPr lang="en-US" dirty="0" smtClean="0"/>
              <a:t>More patients(6) are in the age range of </a:t>
            </a:r>
            <a:r>
              <a:rPr lang="en-US" dirty="0" smtClean="0"/>
              <a:t>21-40. </a:t>
            </a:r>
            <a:r>
              <a:rPr lang="en-US" dirty="0" smtClean="0"/>
              <a:t>Less patients with age range above 60 and there are none within the range 50-60.</a:t>
            </a:r>
          </a:p>
          <a:p>
            <a:r>
              <a:rPr lang="en-US" dirty="0" smtClean="0"/>
              <a:t>Only one patient (P0002- Jane Smith) is a revisiting patient. 5 were one time patients.</a:t>
            </a:r>
          </a:p>
          <a:p>
            <a:r>
              <a:rPr lang="en-US" dirty="0" smtClean="0"/>
              <a:t>3 patients booked the appointments and then cancelled. One patient didn’t book any appointment.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u="sng" dirty="0" smtClean="0"/>
              <a:t>Doctor performance &amp; Utilization:</a:t>
            </a:r>
          </a:p>
          <a:p>
            <a:r>
              <a:rPr lang="en-US" dirty="0" smtClean="0"/>
              <a:t>Dr. John Doe (General Physician) </a:t>
            </a:r>
            <a:r>
              <a:rPr lang="en-US" dirty="0" smtClean="0"/>
              <a:t>had </a:t>
            </a:r>
            <a:r>
              <a:rPr lang="en-US" dirty="0" smtClean="0"/>
              <a:t>4 appointments, </a:t>
            </a:r>
            <a:r>
              <a:rPr lang="en-US" dirty="0" err="1" smtClean="0"/>
              <a:t>Dr.Jane</a:t>
            </a:r>
            <a:r>
              <a:rPr lang="en-US" dirty="0" smtClean="0"/>
              <a:t> Smith (Pediatrician)  and </a:t>
            </a:r>
            <a:r>
              <a:rPr lang="en-US" dirty="0" err="1" smtClean="0"/>
              <a:t>Dr.Michael</a:t>
            </a:r>
            <a:r>
              <a:rPr lang="en-US" dirty="0" smtClean="0"/>
              <a:t> Johnson (</a:t>
            </a:r>
            <a:r>
              <a:rPr lang="en-US" dirty="0"/>
              <a:t>Cardiologist </a:t>
            </a:r>
            <a:r>
              <a:rPr lang="en-US" dirty="0" smtClean="0"/>
              <a:t>) </a:t>
            </a:r>
            <a:r>
              <a:rPr lang="en-US" dirty="0" smtClean="0"/>
              <a:t>had </a:t>
            </a:r>
            <a:r>
              <a:rPr lang="en-US" dirty="0" smtClean="0"/>
              <a:t>3 each.</a:t>
            </a:r>
          </a:p>
          <a:p>
            <a:r>
              <a:rPr lang="en-US" dirty="0" err="1" smtClean="0"/>
              <a:t>Dr.Jane</a:t>
            </a:r>
            <a:r>
              <a:rPr lang="en-US" dirty="0" smtClean="0"/>
              <a:t> Smith </a:t>
            </a:r>
            <a:r>
              <a:rPr lang="en-US" dirty="0" err="1" smtClean="0"/>
              <a:t>acheived</a:t>
            </a:r>
            <a:r>
              <a:rPr lang="en-US" dirty="0" smtClean="0"/>
              <a:t> 100% completion rate, while </a:t>
            </a:r>
            <a:r>
              <a:rPr lang="en-US" dirty="0" err="1" smtClean="0"/>
              <a:t>Dr.Michael’s</a:t>
            </a:r>
            <a:r>
              <a:rPr lang="en-US" dirty="0" smtClean="0"/>
              <a:t> all 3 appointments were cancelled resulting in 0% completion rate.</a:t>
            </a:r>
          </a:p>
          <a:p>
            <a:r>
              <a:rPr lang="en-US" dirty="0" smtClean="0"/>
              <a:t>Dr. John Doe’s appointments are in Scheduled/ Pending state.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u="sng" dirty="0"/>
              <a:t>Appointment Trends:</a:t>
            </a:r>
          </a:p>
          <a:p>
            <a:r>
              <a:rPr lang="en-US" dirty="0"/>
              <a:t>Only 30% of the booked appointments are completed. 40% are in scheduled state and 30% are cancelled.</a:t>
            </a:r>
          </a:p>
          <a:p>
            <a:r>
              <a:rPr lang="en-US" dirty="0"/>
              <a:t>There is no peek booking hour – as all the time slots from 10 Am to 7 PM are booked equally.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17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480291"/>
            <a:ext cx="8596668" cy="5561072"/>
          </a:xfrm>
        </p:spPr>
        <p:txBody>
          <a:bodyPr/>
          <a:lstStyle/>
          <a:p>
            <a:pPr marL="0" indent="0">
              <a:buNone/>
            </a:pPr>
            <a:r>
              <a:rPr lang="en-US" sz="1500" u="sng" dirty="0" smtClean="0"/>
              <a:t>Hospital </a:t>
            </a:r>
            <a:r>
              <a:rPr lang="en-US" sz="1500" u="sng" dirty="0"/>
              <a:t>Efficiency </a:t>
            </a:r>
            <a:r>
              <a:rPr lang="en-US" sz="1500" u="sng" dirty="0" smtClean="0"/>
              <a:t>KPIs:</a:t>
            </a:r>
          </a:p>
          <a:p>
            <a:r>
              <a:rPr lang="en-US" sz="1500" dirty="0" smtClean="0"/>
              <a:t>Average waiting time between appointments for all doctors are 74 hours.</a:t>
            </a:r>
          </a:p>
          <a:p>
            <a:r>
              <a:rPr lang="en-US" sz="1500" dirty="0" smtClean="0"/>
              <a:t>Assuming maximum capacity of 8 appointments per day / per doctor, Dr. John Doe achieves 50 %  and </a:t>
            </a:r>
            <a:r>
              <a:rPr lang="en-US" sz="1500" dirty="0" err="1" smtClean="0"/>
              <a:t>Dr.Jane</a:t>
            </a:r>
            <a:r>
              <a:rPr lang="en-US" sz="1500" dirty="0" smtClean="0"/>
              <a:t> Smith achieves 37.5% load utilization.</a:t>
            </a:r>
          </a:p>
          <a:p>
            <a:endParaRPr lang="en-US" sz="1500" dirty="0" smtClean="0"/>
          </a:p>
          <a:p>
            <a:pPr marL="0" indent="0">
              <a:buNone/>
            </a:pPr>
            <a:r>
              <a:rPr lang="en-US" sz="1500" u="sng" dirty="0" smtClean="0"/>
              <a:t>Recommendations:</a:t>
            </a:r>
          </a:p>
          <a:p>
            <a:r>
              <a:rPr lang="en-US" sz="1500" dirty="0" smtClean="0"/>
              <a:t>Need to focus on 50-60 age group targeted services.</a:t>
            </a:r>
          </a:p>
          <a:p>
            <a:r>
              <a:rPr lang="en-US" sz="1500" dirty="0" smtClean="0"/>
              <a:t>Reminding for follow ups and appointments will increase patient revisit and reduce cancellations.</a:t>
            </a:r>
          </a:p>
          <a:p>
            <a:r>
              <a:rPr lang="en-US" sz="1500" dirty="0"/>
              <a:t>Dr. John </a:t>
            </a:r>
            <a:r>
              <a:rPr lang="en-US" sz="1500" dirty="0" smtClean="0"/>
              <a:t>Doe and </a:t>
            </a:r>
            <a:r>
              <a:rPr lang="en-US" sz="1500" dirty="0" err="1" smtClean="0"/>
              <a:t>Dr.Michael</a:t>
            </a:r>
            <a:r>
              <a:rPr lang="en-US" sz="1500" dirty="0" smtClean="0"/>
              <a:t> Johnson’s scheduling and patient engagement need to be improved. </a:t>
            </a:r>
          </a:p>
          <a:p>
            <a:r>
              <a:rPr lang="en-US" sz="1500" dirty="0" smtClean="0"/>
              <a:t>Only 30 % of the booked appointments are completed and others are pending and cancelled , indicating inefficiency which could be reduced.</a:t>
            </a:r>
          </a:p>
          <a:p>
            <a:r>
              <a:rPr lang="en-US" sz="1500" dirty="0" smtClean="0"/>
              <a:t>Capacity vs Load utilization shows Doctors are under utilized.</a:t>
            </a:r>
          </a:p>
          <a:p>
            <a:r>
              <a:rPr lang="en-US" sz="1500" dirty="0"/>
              <a:t>Waiting time between appointments are significant, pointing to opportunity for optimizing scheduling.</a:t>
            </a:r>
          </a:p>
          <a:p>
            <a:endParaRPr lang="en-US" sz="1500" dirty="0" smtClean="0"/>
          </a:p>
          <a:p>
            <a:endParaRPr lang="en-US" u="sng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9760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17327</TotalTime>
  <Words>397</Words>
  <Application>Microsoft Office PowerPoint</Application>
  <PresentationFormat>Widescreen</PresentationFormat>
  <Paragraphs>50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Hospital Management System Analysis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 Analysis</dc:title>
  <dc:creator>Raghavan Ramachandran</dc:creator>
  <cp:lastModifiedBy>Raghavan Ramachandran</cp:lastModifiedBy>
  <cp:revision>14</cp:revision>
  <dcterms:created xsi:type="dcterms:W3CDTF">2025-09-13T10:34:13Z</dcterms:created>
  <dcterms:modified xsi:type="dcterms:W3CDTF">2025-10-07T10:40:54Z</dcterms:modified>
</cp:coreProperties>
</file>